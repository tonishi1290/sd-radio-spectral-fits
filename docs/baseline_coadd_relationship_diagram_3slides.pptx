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discussion and package design decisions in this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discussion and package design decisions in this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project discussion and package design decisions in this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1. 全体フロー：baseline fitting をどこで行うか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03504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 row ごとの処理・coadd 時の前処理・coadd 後の任意 post-baseline を分けて理解する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9611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1965960" cy="868680"/>
          </a:xfrm>
          <a:prstGeom prst="rect">
            <a:avLst/>
          </a:prstGeom>
          <a:solidFill>
            <a:srgbClr val="FFFF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入力スペクトル
</a:t>
            </a:r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1 row = 1 spectrum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raw / calibrated / baseline未処理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BSL_* はこの row 自身に対する結果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97480" y="1481328"/>
            <a:ext cx="384048" cy="256032"/>
          </a:xfrm>
          <a:prstGeom prst="chevron">
            <a:avLst/>
          </a:prstGeom>
          <a:solidFill>
            <a:srgbClr val="DDE7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79192" y="1261872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0" y="1078992"/>
            <a:ext cx="2240280" cy="1216152"/>
          </a:xfrm>
          <a:prstGeom prst="rect">
            <a:avLst/>
          </a:prstGeom>
          <a:solidFill>
            <a:srgbClr val="EAF3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baseline.py  apply=True
</a:t>
            </a:r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baseline fit を行い，実データから baseline を差し引く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BSL_RMS を計算して保存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BSL_APPLIED=True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BSL_WINF / BSL_POLY / BSL_COEF / BSL_SCALE を保存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577840" y="1481328"/>
            <a:ext cx="384048" cy="256032"/>
          </a:xfrm>
          <a:prstGeom prst="chevron">
            <a:avLst/>
          </a:prstGeom>
          <a:solidFill>
            <a:srgbClr val="DDE7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32120" y="126187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または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126480" y="1078992"/>
            <a:ext cx="2331720" cy="1216152"/>
          </a:xfrm>
          <a:prstGeom prst="rect">
            <a:avLst/>
          </a:prstGeom>
          <a:solidFill>
            <a:srgbClr val="EAFBF7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baseline.py  apply=False
</a:t>
            </a:r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baseline fit はするが，スペクトル自体は変更しない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BSL_RMS のみ評価して保存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BSL_APPLIED=False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表示用の BSL_WINF / BSL_COEF は保存しない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697480"/>
            <a:ext cx="3977640" cy="1417320"/>
          </a:xfrm>
          <a:prstGeom prst="rect">
            <a:avLst/>
          </a:prstGeom>
          <a:solidFill>
            <a:srgbClr val="F5F0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coadd.py の pre-coadd 処理
</a:t>
            </a:r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baseline_vwin: 各入力 row で baseline を引いてから residual の RMS で重み付け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rms_vwin: 各入力 row で RMS だけ評価し，入力スペクトル自体は引かない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重みは w = 1 / σ² を基本とする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983480" y="3255264"/>
            <a:ext cx="320040" cy="237744"/>
          </a:xfrm>
          <a:prstGeom prst="chevron">
            <a:avLst/>
          </a:prstGeom>
          <a:solidFill>
            <a:srgbClr val="DDE7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0328" y="299923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加算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40680" y="2697480"/>
            <a:ext cx="2743200" cy="1417320"/>
          </a:xfrm>
          <a:prstGeom prst="rect">
            <a:avLst/>
          </a:prstGeom>
          <a:solidFill>
            <a:srgbClr val="FFFF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coadd 出力 row
</a:t>
            </a:r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まず WGT_* を保存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WGT_* は「なぜその重みになったか」の provenance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この段階では BSL_* を持たないことがある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572000"/>
            <a:ext cx="3977640" cy="1298448"/>
          </a:xfrm>
          <a:prstGeom prst="rect">
            <a:avLst/>
          </a:prstGeom>
          <a:solidFill>
            <a:srgbClr val="FFF8E8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A2D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post-coadd baseline（任意）
</a:t>
            </a:r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coadd 後の 1 本のスペクトル自身に対して baseline fit / subtraction を行う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ここで初めて，出力 row 自身の BSL_* を確定させる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profile_view で baseline/window を見せたいなら，ここを実行する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983480" y="5038344"/>
            <a:ext cx="320040" cy="237744"/>
          </a:xfrm>
          <a:prstGeom prst="chevron">
            <a:avLst/>
          </a:prstGeom>
          <a:solidFill>
            <a:srgbClr val="DDE7F0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4782312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任意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40680" y="4572000"/>
            <a:ext cx="2743200" cy="1298448"/>
          </a:xfrm>
          <a:prstGeom prst="rect">
            <a:avLst/>
          </a:prstGeom>
          <a:solidFill>
            <a:srgbClr val="FFFF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最終出力
</a:t>
            </a:r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post-baseline あり → WGT_* + BSL_*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post-baseline なし → WGT_* のみ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OTF で BSL_RMS を使いたいなら，最終 row に BSL_RMS が必要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366760" y="1097280"/>
            <a:ext cx="3246120" cy="1078992"/>
          </a:xfrm>
          <a:prstGeom prst="rect">
            <a:avLst/>
          </a:prstGeom>
          <a:solidFill>
            <a:srgbClr val="FFF8E8"/>
          </a:solidFill>
          <a:ln>
            <a:solidFill>
              <a:srgbClr val="C9A94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重要：pre-coadd の baseline と post-coadd の baseline は目的が違う。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前者は「重み付けのための前処理」，後者は「最終スペクトル自身の baseline 状態の確定」。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66760" y="2514600"/>
            <a:ext cx="3246120" cy="914400"/>
          </a:xfrm>
          <a:prstGeom prst="rect">
            <a:avLst/>
          </a:prstGeom>
          <a:solidFill>
            <a:srgbClr val="FFF8E8"/>
          </a:solidFill>
          <a:ln>
            <a:solidFill>
              <a:srgbClr val="C9A94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BSL_RMS は重要なので，apply=False でも保持してよい。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ただし，表示用 metadata を残すかどうかは別問題。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366760" y="3730752"/>
            <a:ext cx="3246120" cy="1417320"/>
          </a:xfrm>
          <a:prstGeom prst="rect">
            <a:avLst/>
          </a:prstGeom>
          <a:solidFill>
            <a:srgbClr val="FFF8E8"/>
          </a:solidFill>
          <a:ln>
            <a:solidFill>
              <a:srgbClr val="C9A94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設計の核：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BSL_* = このスペクトル自身の baseline 結果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WGT_* = coadd が使った重みの由来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この分離を崩さない。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2. BSL_* / WGT_* / 使用先の関係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03504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どの列が何を意味し，どの downstream が何を読むかを明示する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9611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43000"/>
            <a:ext cx="3154680" cy="1783080"/>
          </a:xfrm>
          <a:prstGeom prst="rect">
            <a:avLst/>
          </a:prstGeom>
          <a:solidFill>
            <a:srgbClr val="EAF3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BSL_* の意味
</a:t>
            </a:r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BSL_RMS: line-free residual の std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BSL_APPLIED: 実データへ baseline subtraction を適用したか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BSL_WINF / BSL_POLY: fit 条件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BSL_COEF / BSL_SCALE: fit の再現用 metadata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原則として「その row 自身」に対する結果だけを書く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0" y="1143000"/>
            <a:ext cx="3154680" cy="1783080"/>
          </a:xfrm>
          <a:prstGeom prst="rect">
            <a:avLst/>
          </a:prstGeom>
          <a:solidFill>
            <a:srgbClr val="EAFBF7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WGT_* の意味
</a:t>
            </a:r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WGT_MODE / WGT_SRC: 重みの方式と由来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WGT_VWIN / WGT_POLY / WGT_BIN: 重み計算の条件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WGT_INPUT_SUB: 入力 row に baseline subtraction をしたか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coadd の provenance を残す列であり，baseline 表示用ではない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0" y="1143000"/>
            <a:ext cx="3657600" cy="1783080"/>
          </a:xfrm>
          <a:prstGeom prst="rect">
            <a:avLst/>
          </a:prstGeom>
          <a:solidFill>
            <a:srgbClr val="FFFF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profile_view / montage / grid の表示条件
</a:t>
            </a:r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baseline curve や fit window を表示してよいのは，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BSL_APPLIED=True かつ BSL_COEF が存在するときだけ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RMS だけ計算した row では，baseline/window を表示しない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ただし BSL_RMS の数値自体は表示してよい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730752" y="1828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≠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42048" y="182880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読む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3493008"/>
            <a:ext cx="5120640" cy="1874520"/>
          </a:xfrm>
          <a:prstGeom prst="rect">
            <a:avLst/>
          </a:prstGeom>
          <a:solidFill>
            <a:srgbClr val="F5F0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6D28D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OTF package / map_3d / gridder との関係
</a:t>
            </a:r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OTF 側は BSL_RMS を重みに使うことがある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したがって，coadd 後の最終 row をさらに OTF へ渡すなら，その row に BSL_RMS が必要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post-coadd baseline をしない場合は，後段で baseline.py を回して BSL_RMS を作る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WGT_* は OTF の重み入力ではなく，「coadd 時にどう重みを作ったか」の記録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172200" y="3493008"/>
            <a:ext cx="4983480" cy="1874520"/>
          </a:xfrm>
          <a:prstGeom prst="rect">
            <a:avLst/>
          </a:prstGeom>
          <a:solidFill>
            <a:srgbClr val="FFF8E8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1143" tIns="1143" rIns="1143" bIns="1143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8A2D2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stale metadata を残してはいけない理由
</a:t>
            </a:r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coadd 出力 row は代表入力 row をコピーして作ることがある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このとき入力 row の BSL_COEF などが残ると，viewer が「baseline 済み」と誤解する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したがって post-baseline をしない出力では BSL_* を完全 purge する</a:t>
            </a:r>
            <a:endParaRPr lang="en-US" sz="1300" dirty="0"/>
          </a:p>
          <a:p>
            <a:pPr indent="0" marL="0">
              <a:buNone/>
            </a:pPr>
            <a:r>
              <a:rPr lang="en-US" sz="101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この purge は今回の修正で必須項目になった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5650992"/>
            <a:ext cx="10424160" cy="676656"/>
          </a:xfrm>
          <a:prstGeom prst="rect">
            <a:avLst/>
          </a:prstGeom>
          <a:solidFill>
            <a:srgbClr val="FFF8E8"/>
          </a:solidFill>
          <a:ln>
            <a:solidFill>
              <a:srgbClr val="C9A94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実務上の判断： viewer で baseline/window を見たいか，OTF で BSL_RMS を使いたいか，coadd では provenance だけ残せばよいか，を分けて考える。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3. 典型ケース集：どの設定で何が起こるか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603504"/>
            <a:ext cx="10972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迷いやすいケースを設定・出力列・表示・使用先で整理する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02920" y="896112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143000"/>
            <a:ext cx="1737360" cy="365760"/>
          </a:xfrm>
          <a:prstGeom prst="rect">
            <a:avLst/>
          </a:prstGeom>
          <a:solidFill>
            <a:srgbClr val="DDE7F0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ケース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2331720" y="1143000"/>
            <a:ext cx="2286000" cy="365760"/>
          </a:xfrm>
          <a:prstGeom prst="rect">
            <a:avLst/>
          </a:prstGeom>
          <a:solidFill>
            <a:srgbClr val="DDE7F0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設定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4754880" y="1143000"/>
            <a:ext cx="2468880" cy="365760"/>
          </a:xfrm>
          <a:prstGeom prst="rect">
            <a:avLst/>
          </a:prstGeom>
          <a:solidFill>
            <a:srgbClr val="DDE7F0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 row の列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360920" y="1143000"/>
            <a:ext cx="2331720" cy="365760"/>
          </a:xfrm>
          <a:prstGeom prst="rect">
            <a:avLst/>
          </a:prstGeom>
          <a:solidFill>
            <a:srgbClr val="DDE7F0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viewer / OTF でどう見えるか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9829800" y="1143000"/>
            <a:ext cx="1874520" cy="365760"/>
          </a:xfrm>
          <a:prstGeom prst="rect">
            <a:avLst/>
          </a:prstGeom>
          <a:solidFill>
            <a:srgbClr val="DDE7F0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備考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502920" y="1554480"/>
            <a:ext cx="11201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621792" y="18105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395728" y="1664208"/>
            <a:ext cx="2148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baseline.py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apply=True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4818888" y="1664208"/>
            <a:ext cx="23317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BSL_RMS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BSL_APPLIED=True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BSL_WINF / BSL_COEF あり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7424928" y="1664208"/>
            <a:ext cx="2194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viewer: baseline/window 表示可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OTF: BSL_RMS をそのまま使える</a:t>
            </a:r>
            <a:endParaRPr lang="en-US" sz="910" dirty="0"/>
          </a:p>
        </p:txBody>
      </p:sp>
      <p:sp>
        <p:nvSpPr>
          <p:cNvPr id="15" name="Text 13"/>
          <p:cNvSpPr/>
          <p:nvPr/>
        </p:nvSpPr>
        <p:spPr>
          <a:xfrm>
            <a:off x="9902952" y="1664208"/>
            <a:ext cx="166420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最も素直な baseline 済み row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502920" y="2496312"/>
            <a:ext cx="11201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1020" dirty="0"/>
          </a:p>
        </p:txBody>
      </p:sp>
      <p:sp>
        <p:nvSpPr>
          <p:cNvPr id="17" name="Text 15"/>
          <p:cNvSpPr/>
          <p:nvPr/>
        </p:nvSpPr>
        <p:spPr>
          <a:xfrm>
            <a:off x="621792" y="275234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395728" y="2606040"/>
            <a:ext cx="2148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baseline.py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apply=False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4818888" y="2606040"/>
            <a:ext cx="23317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BSL_RMS のみ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BSL_APPLIED=False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表示用 BSL_* なし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7424928" y="2606040"/>
            <a:ext cx="2194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viewer: baseline/window は出さない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OTF: BSL_RMS は使える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9902952" y="2606040"/>
            <a:ext cx="166420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RMS評価だけ欲しいとき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502920" y="3438144"/>
            <a:ext cx="11201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621792" y="369417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395728" y="3547872"/>
            <a:ext cx="2148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coadd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baseline_vwin=...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post_baseline_vwin=None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4818888" y="3547872"/>
            <a:ext cx="23317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WGT_* のみ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BSL_* は purge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7424928" y="3547872"/>
            <a:ext cx="2194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viewer: baseline/window 不可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OTF: 後段で BSL_RMS 作成が必要</a:t>
            </a:r>
            <a:endParaRPr lang="en-US" sz="910" dirty="0"/>
          </a:p>
        </p:txBody>
      </p:sp>
      <p:sp>
        <p:nvSpPr>
          <p:cNvPr id="27" name="Text 25"/>
          <p:cNvSpPr/>
          <p:nvPr/>
        </p:nvSpPr>
        <p:spPr>
          <a:xfrm>
            <a:off x="9902952" y="3547872"/>
            <a:ext cx="166420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coadd の provenance だけ残す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502920" y="4379976"/>
            <a:ext cx="11201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1020" dirty="0"/>
          </a:p>
        </p:txBody>
      </p:sp>
      <p:sp>
        <p:nvSpPr>
          <p:cNvPr id="29" name="Text 27"/>
          <p:cNvSpPr/>
          <p:nvPr/>
        </p:nvSpPr>
        <p:spPr>
          <a:xfrm>
            <a:off x="621792" y="463600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D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2395728" y="4489704"/>
            <a:ext cx="2148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coadd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baseline_vwin=...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post_baseline_mode="inherit_all"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4818888" y="4489704"/>
            <a:ext cx="23317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WGT_* + BSL_*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post-coadd の BSL_RMS あり</a:t>
            </a:r>
            <a:endParaRPr lang="en-US" sz="940" dirty="0"/>
          </a:p>
        </p:txBody>
      </p:sp>
      <p:sp>
        <p:nvSpPr>
          <p:cNvPr id="32" name="Text 30"/>
          <p:cNvSpPr/>
          <p:nvPr/>
        </p:nvSpPr>
        <p:spPr>
          <a:xfrm>
            <a:off x="7424928" y="4489704"/>
            <a:ext cx="2194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viewer: baseline/window 表示可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OTF: BSL_RMS を使える</a:t>
            </a:r>
            <a:endParaRPr lang="en-US" sz="910" dirty="0"/>
          </a:p>
        </p:txBody>
      </p:sp>
      <p:sp>
        <p:nvSpPr>
          <p:cNvPr id="33" name="Text 31"/>
          <p:cNvSpPr/>
          <p:nvPr/>
        </p:nvSpPr>
        <p:spPr>
          <a:xfrm>
            <a:off x="9902952" y="4489704"/>
            <a:ext cx="166420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最終 row も baseline 済みにしたいとき</a:t>
            </a:r>
            <a:endParaRPr lang="en-US" sz="910" dirty="0"/>
          </a:p>
        </p:txBody>
      </p:sp>
      <p:sp>
        <p:nvSpPr>
          <p:cNvPr id="34" name="Text 32"/>
          <p:cNvSpPr/>
          <p:nvPr/>
        </p:nvSpPr>
        <p:spPr>
          <a:xfrm>
            <a:off x="502920" y="5321808"/>
            <a:ext cx="11201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334155"/>
            </a:solidFill>
          </a:ln>
          <a:effectLst>
            <a:outerShdw sx="100000" sy="100000" kx="0" ky="0" algn="bl" rotWithShape="0" blurRad="12700" dist="12700" dir="2700000">
              <a:srgbClr val="000000">
                <a:alpha val="12000"/>
              </a:srgbClr>
            </a:outerShdw>
          </a:effectLst>
        </p:spPr>
        <p:txBody>
          <a:bodyPr wrap="square" lIns="762" tIns="762" rIns="762" bIns="762" rtlCol="0" anchor="ctr">
            <a:normAutofit/>
          </a:bodyPr>
          <a:lstStyle/>
          <a:p>
            <a:pPr indent="0" marL="0">
              <a:buNone/>
            </a:pP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621792" y="55778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324D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2395728" y="5431536"/>
            <a:ext cx="214884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coadd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mode="rms"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入力 row の BSL_RMS を使用</a:t>
            </a:r>
            <a:endParaRPr lang="en-US" sz="980" dirty="0"/>
          </a:p>
        </p:txBody>
      </p:sp>
      <p:sp>
        <p:nvSpPr>
          <p:cNvPr id="37" name="Text 35"/>
          <p:cNvSpPr/>
          <p:nvPr/>
        </p:nvSpPr>
        <p:spPr>
          <a:xfrm>
            <a:off x="4818888" y="5431536"/>
            <a:ext cx="233172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WGT_SRC="input_bsl_rms"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必要なら post-baseline は別途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7424928" y="5431536"/>
            <a:ext cx="2194560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viewer: post-baseline しなければ不可</a:t>
            </a:r>
            <a:endParaRPr lang="en-US" sz="910" dirty="0"/>
          </a:p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OTF: 出力 row の BSL_RMS は別問題</a:t>
            </a:r>
            <a:endParaRPr lang="en-US" sz="910" dirty="0"/>
          </a:p>
        </p:txBody>
      </p:sp>
      <p:sp>
        <p:nvSpPr>
          <p:cNvPr id="39" name="Text 37"/>
          <p:cNvSpPr/>
          <p:nvPr/>
        </p:nvSpPr>
        <p:spPr>
          <a:xfrm>
            <a:off x="9902952" y="5431536"/>
            <a:ext cx="1664208" cy="6217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00000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既存 BSL_RMS を重みに再利用</a:t>
            </a:r>
            <a:endParaRPr lang="en-US" sz="910" dirty="0"/>
          </a:p>
        </p:txBody>
      </p:sp>
      <p:sp>
        <p:nvSpPr>
          <p:cNvPr id="40" name="Text 38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solidFill>
            <a:srgbClr val="FFF8E8"/>
          </a:solidFill>
          <a:ln>
            <a:solidFill>
              <a:srgbClr val="C9A94B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inherit_all の優先順位：まず pre-coadd 条件を既定値として継承し，その後で個別 post_baseline_* 明示値があればそれで上書きする。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Baseline / Coadd 詳細関係図</dc:title>
  <dc:subject>PptxGenJS Presentation</dc:subject>
  <dc:creator>OpenAI</dc:creator>
  <cp:lastModifiedBy>OpenAI</cp:lastModifiedBy>
  <cp:revision>1</cp:revision>
  <dcterms:created xsi:type="dcterms:W3CDTF">2026-03-25T06:46:11Z</dcterms:created>
  <dcterms:modified xsi:type="dcterms:W3CDTF">2026-03-25T06:46:11Z</dcterms:modified>
</cp:coreProperties>
</file>